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3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1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2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8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52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26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12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2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58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19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97746-AABC-6D3D-C2EA-01F72DE919F9}"/>
              </a:ext>
            </a:extLst>
          </p:cNvPr>
          <p:cNvSpPr txBox="1"/>
          <p:nvPr/>
        </p:nvSpPr>
        <p:spPr>
          <a:xfrm>
            <a:off x="1332269" y="1182070"/>
            <a:ext cx="99994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Network Traffic Anomaly Detection using Isolation Forest</a:t>
            </a:r>
            <a:endParaRPr lang="en-IN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B0AB5-90AC-AC6A-1CEF-9F128FB2D561}"/>
              </a:ext>
            </a:extLst>
          </p:cNvPr>
          <p:cNvSpPr txBox="1"/>
          <p:nvPr/>
        </p:nvSpPr>
        <p:spPr>
          <a:xfrm>
            <a:off x="1332269" y="41062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Python (Pandas, Scikit-learn), Power BI, DAX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BF9F-2A01-2586-9C45-046DE8C167FC}"/>
              </a:ext>
            </a:extLst>
          </p:cNvPr>
          <p:cNvSpPr txBox="1"/>
          <p:nvPr/>
        </p:nvSpPr>
        <p:spPr>
          <a:xfrm>
            <a:off x="6666271" y="5040011"/>
            <a:ext cx="38247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Blesson Biju</a:t>
            </a:r>
          </a:p>
          <a:p>
            <a:pPr>
              <a:buNone/>
            </a:pPr>
            <a:r>
              <a:rPr lang="en-IN" sz="2000" b="1" dirty="0"/>
              <a:t>UMID – UMID27112571779</a:t>
            </a:r>
          </a:p>
          <a:p>
            <a:pPr>
              <a:buNone/>
            </a:pPr>
            <a:r>
              <a:rPr lang="en-IN" sz="2000" b="1"/>
              <a:t>Dec 1</a:t>
            </a:r>
            <a:r>
              <a:rPr lang="en-IN" sz="2000" b="1" baseline="30000"/>
              <a:t>st</a:t>
            </a:r>
            <a:r>
              <a:rPr lang="en-IN" sz="2000" b="1"/>
              <a:t> Batch</a:t>
            </a:r>
            <a:endParaRPr lang="en-IN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54FAE2-7C5D-8ABD-0383-58EB3E8260F3}"/>
              </a:ext>
            </a:extLst>
          </p:cNvPr>
          <p:cNvSpPr txBox="1"/>
          <p:nvPr/>
        </p:nvSpPr>
        <p:spPr>
          <a:xfrm>
            <a:off x="1332269" y="2818652"/>
            <a:ext cx="9999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Machine Learning-Based Suspicious Traffic Analysis &amp; Power BI Visualization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3880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B641-3E95-2CC4-89AB-E7876A7F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6F6243-5ABA-AAA6-4D8D-53110672CD4E}"/>
              </a:ext>
            </a:extLst>
          </p:cNvPr>
          <p:cNvSpPr txBox="1"/>
          <p:nvPr/>
        </p:nvSpPr>
        <p:spPr>
          <a:xfrm>
            <a:off x="3585257" y="294967"/>
            <a:ext cx="5021485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Problem Statement</a:t>
            </a:r>
            <a:endParaRPr lang="en-US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8E3404-DF36-6F7A-80C6-10299D9A3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550" y="1505007"/>
            <a:ext cx="10314038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web servers generate large volumes of traffic logs.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 suspicious behavior manually is inefficient.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Use Machine Learning to identify anomalous network sessions.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results using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6670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5CE8-1A55-4D54-3180-7A77F150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6D2096-CD73-BB27-FCE3-13D1BBB63331}"/>
              </a:ext>
            </a:extLst>
          </p:cNvPr>
          <p:cNvSpPr txBox="1"/>
          <p:nvPr/>
        </p:nvSpPr>
        <p:spPr>
          <a:xfrm>
            <a:off x="3591231" y="173668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Dataset Overview</a:t>
            </a:r>
            <a:endParaRPr lang="en-US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A5DE2-F3B2-EF8A-90BE-B2249BB3D6B5}"/>
              </a:ext>
            </a:extLst>
          </p:cNvPr>
          <p:cNvSpPr txBox="1"/>
          <p:nvPr/>
        </p:nvSpPr>
        <p:spPr>
          <a:xfrm>
            <a:off x="1230060" y="1071927"/>
            <a:ext cx="19112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1. Content: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1F6BD60-72DE-B74D-0410-5C6E65D79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490" y="1533592"/>
            <a:ext cx="3563796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282 network traffic sessions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783243-C716-2FC9-6B8E-B308C75D6B5E}"/>
              </a:ext>
            </a:extLst>
          </p:cNvPr>
          <p:cNvSpPr txBox="1"/>
          <p:nvPr/>
        </p:nvSpPr>
        <p:spPr>
          <a:xfrm>
            <a:off x="1112073" y="2336108"/>
            <a:ext cx="7148052" cy="2901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2. Key features: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err="1"/>
              <a:t>bytes_in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err="1"/>
              <a:t>bytes_out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err="1"/>
              <a:t>src_ip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err="1"/>
              <a:t>country_code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err="1"/>
              <a:t>session_duration</a:t>
            </a:r>
            <a:endParaRPr lang="en-US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timestamp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B0E65DC-2F80-4DCC-E6AC-751FDC760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073" y="5140818"/>
            <a:ext cx="7886326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HTTPS traffic (Port 443)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Labeled as Normal / Suspicious after ML detection</a:t>
            </a:r>
          </a:p>
        </p:txBody>
      </p:sp>
    </p:spTree>
    <p:extLst>
      <p:ext uri="{BB962C8B-B14F-4D97-AF65-F5344CB8AC3E}">
        <p14:creationId xmlns:p14="http://schemas.microsoft.com/office/powerpoint/2010/main" val="377574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6286-29AF-73E2-4D77-CE2FF523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7D7DA-FFE9-AE68-1386-6F365949CF1A}"/>
              </a:ext>
            </a:extLst>
          </p:cNvPr>
          <p:cNvSpPr txBox="1"/>
          <p:nvPr/>
        </p:nvSpPr>
        <p:spPr>
          <a:xfrm>
            <a:off x="2314666" y="99234"/>
            <a:ext cx="6927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Anomaly Detection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5816F-A2A6-6CA1-F6C2-7BE72CE1D2CE}"/>
              </a:ext>
            </a:extLst>
          </p:cNvPr>
          <p:cNvSpPr txBox="1"/>
          <p:nvPr/>
        </p:nvSpPr>
        <p:spPr>
          <a:xfrm>
            <a:off x="1115961" y="642668"/>
            <a:ext cx="9960077" cy="611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Content: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1. Algorithm Used: Isolation Forest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2. Why Isolation Forest?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Effective for outlier detection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Works without </a:t>
            </a:r>
            <a:r>
              <a:rPr lang="en-IN" sz="2400" b="1" dirty="0" err="1"/>
              <a:t>labeled</a:t>
            </a:r>
            <a:r>
              <a:rPr lang="en-IN" sz="2400" b="1" dirty="0"/>
              <a:t> anomaly data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3. Features Used: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/>
              <a:t>bytes_in</a:t>
            </a:r>
            <a:endParaRPr lang="en-IN" sz="24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/>
              <a:t>bytes_out</a:t>
            </a:r>
            <a:endParaRPr lang="en-IN" sz="24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/>
              <a:t>session_duration</a:t>
            </a:r>
            <a:endParaRPr lang="en-IN" sz="2400" b="1" dirty="0"/>
          </a:p>
          <a:p>
            <a:pPr>
              <a:lnSpc>
                <a:spcPct val="150000"/>
              </a:lnSpc>
            </a:pPr>
            <a:r>
              <a:rPr lang="en-IN" sz="2400" b="1" dirty="0"/>
              <a:t>4. Model Output: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err="1"/>
              <a:t>anomaly_flag</a:t>
            </a:r>
            <a:r>
              <a:rPr lang="en-IN" sz="2400" b="1" dirty="0"/>
              <a:t> (-1 = Suspicious, 1 = Normal)</a:t>
            </a:r>
          </a:p>
        </p:txBody>
      </p:sp>
    </p:spTree>
    <p:extLst>
      <p:ext uri="{BB962C8B-B14F-4D97-AF65-F5344CB8AC3E}">
        <p14:creationId xmlns:p14="http://schemas.microsoft.com/office/powerpoint/2010/main" val="12161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EC9A-5118-C4DC-55EE-C9E815BF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3A0C4-6358-3890-ECB4-733EC43F8354}"/>
              </a:ext>
            </a:extLst>
          </p:cNvPr>
          <p:cNvSpPr txBox="1"/>
          <p:nvPr/>
        </p:nvSpPr>
        <p:spPr>
          <a:xfrm>
            <a:off x="3050353" y="388649"/>
            <a:ext cx="6091293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Model Output Summary</a:t>
            </a:r>
            <a:endParaRPr lang="en-US" sz="40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5EC798-4712-5471-9539-4A39B3EF7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018" y="1507466"/>
            <a:ext cx="6971072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5% of sessions detected as anomalies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sessions show: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Extremely high data transfer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deviation from average traffic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Concentrated in few source IPs</a:t>
            </a:r>
          </a:p>
        </p:txBody>
      </p:sp>
    </p:spTree>
    <p:extLst>
      <p:ext uri="{BB962C8B-B14F-4D97-AF65-F5344CB8AC3E}">
        <p14:creationId xmlns:p14="http://schemas.microsoft.com/office/powerpoint/2010/main" val="175726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3F37-1291-6A3E-D12F-3F20441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36236-FB0A-DF94-5738-BD20B0243418}"/>
              </a:ext>
            </a:extLst>
          </p:cNvPr>
          <p:cNvSpPr txBox="1"/>
          <p:nvPr/>
        </p:nvSpPr>
        <p:spPr>
          <a:xfrm>
            <a:off x="0" y="344129"/>
            <a:ext cx="12192000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Visualization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118A8-1EA8-6789-F92F-BBCB29AE7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704" y="1690991"/>
            <a:ext cx="3760966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Executive KPIs:</a:t>
            </a:r>
          </a:p>
          <a:p>
            <a:pPr marL="742950" lvl="1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Sessions</a:t>
            </a:r>
          </a:p>
          <a:p>
            <a:pPr marL="742950" lvl="1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Sessions</a:t>
            </a:r>
          </a:p>
          <a:p>
            <a:pPr marL="742950" lvl="1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96E64-B835-F772-6AA6-D983D8305135}"/>
              </a:ext>
            </a:extLst>
          </p:cNvPr>
          <p:cNvSpPr txBox="1"/>
          <p:nvPr/>
        </p:nvSpPr>
        <p:spPr>
          <a:xfrm>
            <a:off x="5466735" y="1690992"/>
            <a:ext cx="6096000" cy="293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Anomaly Distribution (Donut Chart)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Bytes Comparison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IP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Time-Based Distribution</a:t>
            </a:r>
          </a:p>
        </p:txBody>
      </p:sp>
    </p:spTree>
    <p:extLst>
      <p:ext uri="{BB962C8B-B14F-4D97-AF65-F5344CB8AC3E}">
        <p14:creationId xmlns:p14="http://schemas.microsoft.com/office/powerpoint/2010/main" val="62049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E95F-AA60-E400-802B-EDF77026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36" y="596532"/>
            <a:ext cx="8993310" cy="1140542"/>
          </a:xfrm>
        </p:spPr>
        <p:txBody>
          <a:bodyPr>
            <a:noAutofit/>
          </a:bodyPr>
          <a:lstStyle/>
          <a:p>
            <a:r>
              <a:rPr lang="en-IN" sz="4000" b="1" dirty="0"/>
              <a:t>Key Insights from Visualization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D6295FA-56C7-83F7-7F23-FEEF8748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53" y="2032079"/>
            <a:ext cx="10867077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sessions contribute disproportionately high traffic volume.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bytes per suspicious session is significantly higher.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traffic concentrated in specific IPs.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distribution shows moderate clustering.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of suspicious traffic originates from US-based IPs.</a:t>
            </a:r>
          </a:p>
        </p:txBody>
      </p:sp>
    </p:spTree>
    <p:extLst>
      <p:ext uri="{BB962C8B-B14F-4D97-AF65-F5344CB8AC3E}">
        <p14:creationId xmlns:p14="http://schemas.microsoft.com/office/powerpoint/2010/main" val="54708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D1D4-0A95-95E4-B80A-07D293BE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2830" y="314631"/>
            <a:ext cx="3646339" cy="1140543"/>
          </a:xfrm>
        </p:spPr>
        <p:txBody>
          <a:bodyPr>
            <a:normAutofit/>
          </a:bodyPr>
          <a:lstStyle/>
          <a:p>
            <a:r>
              <a:rPr lang="en-IN" sz="4000" b="1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311712C-9B09-9320-1ADE-6450DBAF0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368" y="1814838"/>
            <a:ext cx="9350637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 Forest effectively detected high-volume anomalies.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helped validate behavioral deviations visually.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 can be extended with: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features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anomaly scoring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24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0F8B-0415-43E7-6505-A36D1710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980"/>
            <a:ext cx="12191999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13FBC6-1299-5BC4-59DE-8248A8EB7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142" y="1826995"/>
            <a:ext cx="7359707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(Pandas, NumPy, Scikit-learn)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&amp; DAX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CSV-based analytics dataset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89320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B27EA6-BAA5-53F9-64AB-4AC48F4BB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996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7C1A46-A78A-2DB8-4CE8-7AC44C892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9640"/>
            <a:ext cx="12192000" cy="495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97B7A4-67B9-6A7D-89A1-980CFE7BE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6248"/>
            <a:ext cx="12192000" cy="4958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23CB4D-082D-80F4-BBBD-D8A4D33D5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95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2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6C3A4-99A8-21FA-2312-3ECC0A845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9823"/>
            <a:ext cx="12192000" cy="1822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84CBD9-2A27-30F1-9939-0EA9ADE53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E2FB9-5ADA-38B2-88FF-A570CEA31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74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7A4014-4028-75A3-7BDF-74E879B90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8111"/>
            <a:ext cx="12192000" cy="3649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806EC-E82E-2FC3-4FB6-95FDA923C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20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9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E212BB-4AF8-25EF-81C9-9A43A7AC6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9688"/>
            <a:ext cx="12192000" cy="3359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394BFF-67F4-2025-CF33-6FF7802D7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3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16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CAD6-FF2E-F7E9-46EB-A751FBC85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888CE6-7BFA-CFAF-E5E9-5309476E9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0350"/>
            <a:ext cx="12192000" cy="3607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B56DD0-3C9C-7F4A-1F57-48ACA0DEC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25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33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7C76-D9CF-2B4C-637F-BF6316E0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06CCEE-504E-130C-DC7F-DEA256FF2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0658" cy="689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83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187</TotalTime>
  <Words>327</Words>
  <Application>Microsoft Office PowerPoint</Application>
  <PresentationFormat>Widescreen</PresentationFormat>
  <Paragraphs>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 from Visualization</vt:lpstr>
      <vt:lpstr>Conclusion</vt:lpstr>
      <vt:lpstr>Tools &amp;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Blesson Biju</dc:creator>
  <cp:lastModifiedBy>Blesson Biju</cp:lastModifiedBy>
  <cp:revision>6</cp:revision>
  <dcterms:created xsi:type="dcterms:W3CDTF">2026-02-07T13:10:56Z</dcterms:created>
  <dcterms:modified xsi:type="dcterms:W3CDTF">2026-02-19T13:59:06Z</dcterms:modified>
</cp:coreProperties>
</file>